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EF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EF5"/>
                </a:solidFill>
                <a:latin typeface="Arial"/>
              </a:rPr>
              <a:t>Disease rate by number of major vessels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with disease</c:v>
                </c:pt>
              </c:strCache>
            </c:strRef>
          </c:tx>
          <c:spPr>
            <a:solidFill>
              <a:srgbClr val="2DD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E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vessels</c:v>
                  </c:pt>
                  <c:pt idx="1">
                    <c:v>1 vessel</c:v>
                  </c:pt>
                  <c:pt idx="2">
                    <c:v>2 vessels</c:v>
                  </c:pt>
                  <c:pt idx="3">
                    <c:v>3 vessels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65.5</c:v>
                </c:pt>
                <c:pt idx="2">
                  <c:v>78.8</c:v>
                </c:pt>
                <c:pt idx="3">
                  <c:v>84.2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E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4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EF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EF5"/>
                </a:solidFill>
                <a:latin typeface="Arial"/>
              </a:rPr>
              <a:t>Accuracy on unseen test data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DD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E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KNN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85.2</c:v>
                </c:pt>
                <c:pt idx="1">
                  <c:v>83.3</c:v>
                </c:pt>
                <c:pt idx="2">
                  <c:v>79.6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E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4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Heart Disease with Machine Learning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822960" cy="54864"/>
          </a:xfrm>
          <a:prstGeom prst="rect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exploration and modelling on 270 patients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Shnoda Faik Botros Angly  |  Data Science &amp; Machine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the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whether a patient has heart disease from routine medical measurements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patients, 13 features: age, sex, chest pain type, blood pressure, cholesterol, max heart rate, ECG and more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fairly balanced: 150 healthy, 120 with disease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accuracy, plus recall, because missing a sick patient is the costly mistake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column names (a stray space in "sex ") and renamed them clearly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Recoded the target from 1/2 to 0/1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quality: 0 missing values and 0 duplicate rows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few outliers (9 in blood pressure, 5 in cholesterol) and kept them, because they are real clinical values, not errors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relates to heart disease?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3716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 4: 70.5% have disease (vs about 17-25% for other types)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Exercise-induced angina: 74% vs 30% without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max heart rate goes with less disease (correlation -0.42)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3716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same train/test split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best and simplest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for patients with disease: 92%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limits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reached 85% accuracy and caught 92% of patients who had the disease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predictive signals: thal result, major vessels, exercise angina, ST depression and chest pain type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only 270 patients and one test split, so results can vary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learning project, not a medical tool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test on a larger dataset and tune the models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2026-09-30T20:28:10Z</dcterms:created>
  <dcterms:modified xsi:type="dcterms:W3CDTF">2026-09-30T20:28:10Z</dcterms:modified>
</cp:coreProperties>
</file>